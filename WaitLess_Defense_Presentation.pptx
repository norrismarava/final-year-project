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4E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WaitLess Digital Hospital Queue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96"/>
                </a:solidFill>
              </a:defRPr>
            </a:pPr>
            <a:r>
              <a:t>A Modern Solution for Hospital Queue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Presented by CUITM406 Group 7 | Chinhoyi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Current Hospital Queue Challenges: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Long waiting times (2+ hours average)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Crowded waiting areas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Paper-based ticket systems prone to loss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 real-time queue visibility for patients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Manual calls and missed appointments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Staff overwhelmed with paperwork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Poor patient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Primary Goals: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Reduce patient waiting time through digital queuing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Provide real-time queue visibility to patients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Automate queue announcements and patient calling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Enable role-based access for different staff members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Integrate WhatsApp notifications for patient updates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Support multi-department queue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Provide analytics for operational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WaitLess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Core Components: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Patient Mobile Interface (self-check-in, WhatsApp notifications)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Staff Workspaces (role-based dashboards)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Queue Display Boards (TV displays, department boards)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Automated Announcements (text-to-speech)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Admin Analytics (real-time statistics)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Multi-department Support (OPD, Dental, Pharmacy, Lab,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Tech Stack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Frontend Layer: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React + Vite (SPA)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Responsive design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Real-time updates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Backend Layer: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Node.js (custom router)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RESTful API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MySQL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Deployment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Integration Layer: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WhatsApp Web API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Text-to-Speech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Role-based auth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Deployment: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Render (cloud)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Zero-downtime deploys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Auto-scaling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Frontend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Frontend: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React 18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Vite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React Router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Sonner (toasts)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Backend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Backend: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Node.js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MySQL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Custom router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WhatsApp Web.js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Broadcast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Patient Features: Self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Capabilities: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Mobile-friendly self-registration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QR code scanning for quick access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Pre-registration with profile (WL-P number)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Department selection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Instant ticket generation (A0xx format)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WhatsApp notification on confirmation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Patient Features: Real-Time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Communication Channels: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WhatsApp notifications on queue position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SMS backup (optional)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Estimated wait time updates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Ticket called alerts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Live queue display visibility (TV boards)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Staff Features: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Supported Roles: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Admin (system configuration, staff management)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Reception (patient registration, check-in confirmation)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Clinician (Doctor, Dentist - calling patients, prescriptions)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Triage/Nurse (severity assessment, vitals)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Pharmacist (prescription management)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Lab Technician (test orders, results)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Radiologist (imaging requests)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Staff Features: Reception &amp;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Reception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Reception Capabilities: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Patient search (name, phone, WL-P)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Confirm arrival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Assign to departments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Severity color assignment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  (Red/Yellow/Green/Black)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Triage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Triage Capabilities: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Vitals intake (nurse-only)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Detailed triage assessment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Priority queue management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Patient history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Staff Features: Clinician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Doctor &amp; Dentist Capabilities: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View assigned queue for their department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Call next patient (one-click)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Call specific patient from queue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Automated room announcement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Patient history access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Prescription &amp; test order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Transfer patients between departments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Queue Display &amp;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Display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Display Boards: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Main TV queue board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Department-specific boards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Now Serving tiles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Real-time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Audio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Audio Announcements: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Browser text-to-speech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Automated room calls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Repeated for clarity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Audio unlock for kiosks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Multi-Department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Supported Departments: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OPD - Doctor Consultation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OPD - Observation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OPD - Nurse Station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Dental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Mother &amp; Child Health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Treatment Room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Pharmacy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Laboratory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Radiology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Cash Office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Records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Admin Analytics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Metrics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Real-Time Metrics: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Patients served today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Median wait time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System uptime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Queue length per department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Staff activity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Admin Functions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Administrative Functions: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Staff user management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Role assignment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System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Patient directory access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Hospital settings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Key Tables: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staff_users (staff accounts, roles, permissions)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patients (patient profiles, WL-P numbers)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tickets (queue entries, status, priority)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departments (department configuration)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notifications (message logs)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sessions (authentication tokens)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Relationships: One patient → multiple tickets (history)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Auth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Authentication: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JWT-based session tokens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8-hour session TTL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Secure password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Protection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Data Protection: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CORS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SQL injection prevention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Input validation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Audit logging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Deployment &amp; 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Hosting Platform: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Render (cloud deployment)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Frontend: Static site (Vite build)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Backend: Node web service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Automatic scaling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Performance: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Service worker caching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Optimized bundle size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Lazy route loading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Metrics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Measurable Improvements: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Wait times: 2+ hrs → 23 min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Improved patient satisfaction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Increased staff efficiency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Better queue organization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97% system uptime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Zero lost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8080"/>
                </a:solidFill>
              </a:defRPr>
            </a:pPr>
            <a:r>
              <a:t>Benefits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Operational Benefits: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Automated announcements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Multi-department coordination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Data-driven decisions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Reduced paperwork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Challenge 1: Browser Audio Autoplay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→ Solution: Audio unlock listeners + visible indicator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Challenge 2: Avatar Persistence on Render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→ Solution: Store as base64 in MySQL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Challenge 3: Queue Announcement Timing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→ Solution: Split effects for dequeue/timeout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Challenge 4: WhatsApp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→ Solution: WhatsApp Web.js (pending Meta verification)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Planned Enhancements: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Complete WhatsApp Web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Multi-hospital support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Mobile app (native iOS/Android)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Advanced analytics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Kiosk mode (tablet check-in)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Appointment scheduling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Telemedicine queue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Enhanced reporting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WaitLess: Transforming Hospital Queuing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Key Achievements: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Fully functional digital queue system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Multi-department support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Role-based staff workspaces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Automated announcements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Real-time patient updates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Cloud-deployed and scalable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✓ Defense-ready and production-tested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Impact: Faster queues, better care, smoother operations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4E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96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WaitLess Digital Hospital Queue System | CUITM406 Group 7 | Chinhoyi University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